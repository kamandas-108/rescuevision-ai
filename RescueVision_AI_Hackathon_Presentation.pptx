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-898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219399" y="146304"/>
            <a:ext cx="11750027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18817" y="381001"/>
            <a:ext cx="10969943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844059" y="2819400"/>
            <a:ext cx="8744701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7414868" y="6509004"/>
            <a:ext cx="4001998" cy="274320"/>
          </a:xfrm>
        </p:spPr>
        <p:txBody>
          <a:bodyPr vert="horz" rtlCol="0"/>
          <a:lstStyle>
            <a:extLst/>
          </a:lstStyle>
          <a:p>
            <a:fld id="{5BCAD085-E8A6-8845-BD4E-CB4CCA059FC4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11515603" y="6509004"/>
            <a:ext cx="618889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2133044" y="6509004"/>
            <a:ext cx="5208595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84318" y="1424588"/>
            <a:ext cx="10665222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333157" y="3267456"/>
            <a:ext cx="9872948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917" y="498230"/>
            <a:ext cx="10360501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3287713"/>
            <a:ext cx="10360501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7414868" y="6513670"/>
            <a:ext cx="4001998" cy="274320"/>
          </a:xfrm>
        </p:spPr>
        <p:txBody>
          <a:bodyPr vert="horz" rtlCol="0"/>
          <a:lstStyle>
            <a:extLst/>
          </a:lstStyle>
          <a:p>
            <a:fld id="{5BCAD085-E8A6-8845-BD4E-CB4CCA059FC4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15603" y="6513670"/>
            <a:ext cx="618889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2133044" y="6513670"/>
            <a:ext cx="5208595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45920"/>
            <a:ext cx="5383398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45920"/>
            <a:ext cx="5383398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518440" y="6514568"/>
            <a:ext cx="618889" cy="274320"/>
          </a:xfrm>
        </p:spPr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84318" y="1424588"/>
            <a:ext cx="10665222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22111" y="2165216"/>
            <a:ext cx="4997418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399133" y="2165216"/>
            <a:ext cx="4997418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251948"/>
            <a:ext cx="10969943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1754" y="1535113"/>
            <a:ext cx="5387630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441" y="2362201"/>
            <a:ext cx="5385514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4" y="2362201"/>
            <a:ext cx="5387630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518440" y="6514568"/>
            <a:ext cx="618889" cy="274320"/>
          </a:xfrm>
        </p:spPr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253218"/>
            <a:ext cx="10969943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84318" y="1424588"/>
            <a:ext cx="10665222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741647" y="1057656"/>
            <a:ext cx="4997418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5791" y="304800"/>
            <a:ext cx="5241195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615791" y="1107560"/>
            <a:ext cx="5241195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04721" y="2209800"/>
            <a:ext cx="11552265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7414868" y="6513670"/>
            <a:ext cx="4001998" cy="274320"/>
          </a:xfrm>
        </p:spPr>
        <p:txBody>
          <a:bodyPr vert="horz" rtlCol="0"/>
          <a:lstStyle>
            <a:extLst/>
          </a:lstStyle>
          <a:p>
            <a:fld id="{5BCAD085-E8A6-8845-BD4E-CB4CCA059FC4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11515603" y="6513670"/>
            <a:ext cx="618889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2133044" y="6513670"/>
            <a:ext cx="5208595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2868" y="4724400"/>
            <a:ext cx="7313295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52868" y="5388937"/>
            <a:ext cx="7313295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406294" y="249864"/>
            <a:ext cx="11376237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7414868" y="6509004"/>
            <a:ext cx="4001998" cy="274320"/>
          </a:xfrm>
        </p:spPr>
        <p:txBody>
          <a:bodyPr vert="horz" rtlCol="0"/>
          <a:lstStyle>
            <a:extLst/>
          </a:lstStyle>
          <a:p>
            <a:fld id="{5BCAD085-E8A6-8845-BD4E-CB4CCA059FC4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15603" y="6509004"/>
            <a:ext cx="618889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2133044" y="6509004"/>
            <a:ext cx="5208595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219399" y="147085"/>
            <a:ext cx="11744735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726750" y="6400800"/>
            <a:ext cx="5614889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7414868" y="6400800"/>
            <a:ext cx="4001998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1515603" y="6514568"/>
            <a:ext cx="618889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441" y="253536"/>
            <a:ext cx="10969943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441" y="1646237"/>
            <a:ext cx="10969943" cy="452628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4886594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RescueVision AI</a:t>
            </a:r>
            <a:br/>
            <a:r>
              <a:t>Disaster Response Assistant</a:t>
            </a:r>
            <a:br/>
            <a:r>
              <a:t>Kaman </a:t>
            </a:r>
            <a:r>
              <a:rPr/>
              <a:t>Das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Slow disaster assessment</a:t>
            </a:r>
          </a:p>
          <a:p>
            <a:r>
              <a:t>• Delayed rescue prioritization</a:t>
            </a:r>
          </a:p>
          <a:p>
            <a:r>
              <a:t>• Manual resource allocation</a:t>
            </a:r>
          </a:p>
          <a:p>
            <a:r>
              <a:t>• Need AI-assisted decision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4089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AI analyzes uploaded satellite/drone images and incident reports using Gemini </a:t>
            </a:r>
            <a:r>
              <a:rPr/>
              <a:t>AI </a:t>
            </a:r>
            <a:r>
              <a:rPr smtClean="0"/>
              <a:t>to </a:t>
            </a:r>
            <a:r>
              <a:t>identify affected regions, estimate severity, recommend rescue resources, </a:t>
            </a:r>
            <a:r>
              <a:rPr/>
              <a:t>and </a:t>
            </a:r>
            <a:r>
              <a:rPr smtClean="0"/>
              <a:t>visualiz</a:t>
            </a:r>
            <a:r>
              <a:rPr lang="en-IN" dirty="0" smtClean="0"/>
              <a:t>e </a:t>
            </a:r>
            <a:r>
              <a:rPr smtClean="0"/>
              <a:t>priority </a:t>
            </a:r>
            <a:r>
              <a:t>locations on an interactive map.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AI Disaster Analysis</a:t>
            </a:r>
          </a:p>
          <a:p>
            <a:r>
              <a:t>• Incident Report Analysis</a:t>
            </a:r>
          </a:p>
          <a:p>
            <a:r>
              <a:t>• Rescue Priority Map</a:t>
            </a:r>
          </a:p>
          <a:p>
            <a:r>
              <a:t>• AI Resource Allocation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Process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Image + Report/Voice → Flask → Gemini AI → Damage Detection → Priority </a:t>
            </a:r>
            <a:r>
              <a:rPr/>
              <a:t>→ </a:t>
            </a:r>
            <a:r>
              <a:rPr smtClean="0"/>
              <a:t>Resource </a:t>
            </a:r>
            <a:r>
              <a:t>Allocation → 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Wireframes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Low-fidelity screens:</a:t>
            </a:r>
          </a:p>
          <a:p>
            <a:r>
              <a:t>Login → Dashboard → Analysis → 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User → Frontend → Flask → Gemini + Neon DB → Leaflet Map →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HTML, Tailwind CSS, JavaScript</a:t>
            </a:r>
          </a:p>
          <a:p>
            <a:r>
              <a:t>Flask</a:t>
            </a:r>
          </a:p>
          <a:p>
            <a:r>
              <a:t>Gemini 2.5 Flash</a:t>
            </a:r>
          </a:p>
          <a:p>
            <a:r>
              <a:t>Neon PostgreSQL</a:t>
            </a:r>
          </a:p>
          <a:p>
            <a:r>
              <a:t>Leaflet.js</a:t>
            </a:r>
          </a:p>
          <a:p>
            <a:r>
              <a:t>OpenStreetMap</a:t>
            </a:r>
          </a:p>
          <a:p>
            <a:r>
              <a:t>Web Speech API</a:t>
            </a:r>
          </a:p>
          <a:p>
            <a:r>
              <a:t>Render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MVP Screenshots</a:t>
            </a:r>
          </a:p>
        </p:txBody>
      </p:sp>
      <p:pic>
        <p:nvPicPr>
          <p:cNvPr id="3" name="Picture 2" descr="Screenshot 2026-07-13 1201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5577840" cy="2640604"/>
          </a:xfrm>
          <a:prstGeom prst="rect">
            <a:avLst/>
          </a:prstGeom>
        </p:spPr>
      </p:pic>
      <p:pic>
        <p:nvPicPr>
          <p:cNvPr id="4" name="Picture 3" descr="Screenshot 2026-07-13 1201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914400"/>
            <a:ext cx="5577840" cy="26347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Live satellite feeds</a:t>
            </a:r>
          </a:p>
          <a:p>
            <a:r>
              <a:t>• Social media APIs</a:t>
            </a:r>
          </a:p>
          <a:p>
            <a:r>
              <a:t>• Predictive analytics</a:t>
            </a:r>
          </a:p>
          <a:p>
            <a:r>
              <a:t>• Mobile app</a:t>
            </a:r>
          </a:p>
          <a:p>
            <a:r>
              <a:t>• Offline mode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GitHub &amp;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GitHub:</a:t>
            </a:r>
          </a:p>
          <a:p>
            <a:r>
              <a:t>https://github.com/kamandas-108/RescueVision-AI</a:t>
            </a:r>
          </a:p>
          <a:p>
            <a:endParaRPr/>
          </a:p>
          <a:p>
            <a:r>
              <a:t>Live:</a:t>
            </a:r>
          </a:p>
          <a:p>
            <a:r>
              <a:t>https://rescuevision-ai.onrender.com/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Thank You!</a:t>
            </a:r>
          </a:p>
          <a:p>
            <a:r>
              <a:t>Questions?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undr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4</TotalTime>
  <Words>185</Words>
  <Application>Microsoft Macintosh PowerPoint</Application>
  <PresentationFormat>Custom</PresentationFormat>
  <Paragraphs>45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Foundry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Manas Das</dc:creator>
  <dc:description>generated using python-pptx</dc:description>
  <cp:lastModifiedBy>Manas Das</cp:lastModifiedBy>
  <cp:revision>2</cp:revision>
  <dcterms:created xsi:type="dcterms:W3CDTF">2013-01-27T09:14:16Z</dcterms:created>
  <dcterms:modified xsi:type="dcterms:W3CDTF">2026-07-13T06:41:15Z</dcterms:modified>
</cp:coreProperties>
</file>